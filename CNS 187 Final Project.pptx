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376675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376675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376675e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376675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8376675e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8376675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376675e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8376675e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 high Hebbian learning rate causes units to converge onto similar features before decorrelation can take effect, increasing redundancy. A higher anti-Hebbian learning rate counteracts this by more aggressively suppressing co-activation, driving units toward statistically independent components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8376675e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8376675e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8376675e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8376675e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centered MNIST digits are the most statistically independent recurring units in this dataset, rather than strokes or parts.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376675e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8376675e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8376675e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8376675e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8376675e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8376675e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CNS 187 Final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Fengqing Yu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Replication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100" y="794625"/>
            <a:ext cx="3639801" cy="21435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662900" y="699425"/>
            <a:ext cx="1767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Foldiak 1990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" y="3048000"/>
            <a:ext cx="8191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41750" y="1052800"/>
            <a:ext cx="11706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41750" y="2729200"/>
            <a:ext cx="11706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Dataset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2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Replication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9375" y="841025"/>
            <a:ext cx="2479576" cy="35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52325"/>
            <a:ext cx="6214576" cy="246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52400" y="55689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Model Fails to Discover Independent Components for Higher Line Probabilities</a:t>
            </a:r>
            <a:endParaRPr sz="180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25" y="421450"/>
            <a:ext cx="8839201" cy="77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725" y="1145680"/>
            <a:ext cx="8839201" cy="77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775" y="1849260"/>
            <a:ext cx="8839201" cy="7739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158600" y="281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Larger Images (16x16) Requires More Steps to Learn</a:t>
            </a:r>
            <a:endParaRPr sz="1800"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6">
            <a:alphaModFix/>
          </a:blip>
          <a:srcRect b="0" l="0" r="0" t="27156"/>
          <a:stretch/>
        </p:blipFill>
        <p:spPr>
          <a:xfrm>
            <a:off x="158641" y="3293275"/>
            <a:ext cx="7162270" cy="85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 rotWithShape="1">
          <a:blip r:embed="rId7">
            <a:alphaModFix/>
          </a:blip>
          <a:srcRect b="0" l="0" r="0" t="27156"/>
          <a:stretch/>
        </p:blipFill>
        <p:spPr>
          <a:xfrm>
            <a:off x="158600" y="4234100"/>
            <a:ext cx="7162350" cy="8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7560500" y="3548800"/>
            <a:ext cx="1522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1200 steps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7597925" y="4389975"/>
            <a:ext cx="1522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5000</a:t>
            </a:r>
            <a:r>
              <a:rPr lang="en-CA">
                <a:solidFill>
                  <a:schemeClr val="dk2"/>
                </a:solidFill>
              </a:rPr>
              <a:t> steps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000" y="84275"/>
            <a:ext cx="6746070" cy="59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000" y="791287"/>
            <a:ext cx="6746070" cy="59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4000" y="1498299"/>
            <a:ext cx="6746070" cy="59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9750" y="2425450"/>
            <a:ext cx="6694539" cy="58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9750" y="3127062"/>
            <a:ext cx="6694539" cy="58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3988" y="3828650"/>
            <a:ext cx="6746075" cy="59071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307000" y="4534750"/>
            <a:ext cx="89895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High Hebbian rate -&gt; redundant features (</a:t>
            </a:r>
            <a:r>
              <a:rPr lang="en-CA">
                <a:solidFill>
                  <a:schemeClr val="dk2"/>
                </a:solidFill>
              </a:rPr>
              <a:t>units converge before decorrelating)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High Anti-Hebbian rate -&gt; independent components (</a:t>
            </a:r>
            <a:r>
              <a:rPr lang="en-CA">
                <a:solidFill>
                  <a:schemeClr val="dk2"/>
                </a:solidFill>
              </a:rPr>
              <a:t>stronger suppression of co-activation)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97" name="Google Shape;97;p17"/>
          <p:cNvCxnSpPr/>
          <p:nvPr/>
        </p:nvCxnSpPr>
        <p:spPr>
          <a:xfrm flipH="1" rot="10800000">
            <a:off x="1401075" y="2275650"/>
            <a:ext cx="6666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Application to MNIST Dataset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0" y="1781650"/>
            <a:ext cx="3404025" cy="1848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353425" y="1183338"/>
            <a:ext cx="3077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60,000 Training Images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4">
            <a:alphaModFix/>
          </a:blip>
          <a:srcRect b="4" l="0" r="0" t="55980"/>
          <a:stretch/>
        </p:blipFill>
        <p:spPr>
          <a:xfrm>
            <a:off x="3701050" y="2042150"/>
            <a:ext cx="5317800" cy="3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5">
            <a:alphaModFix/>
          </a:blip>
          <a:srcRect b="0" l="0" r="0" t="52899"/>
          <a:stretch/>
        </p:blipFill>
        <p:spPr>
          <a:xfrm>
            <a:off x="3701050" y="2404675"/>
            <a:ext cx="5317800" cy="357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6">
            <a:alphaModFix/>
          </a:blip>
          <a:srcRect b="0" l="0" r="0" t="48849"/>
          <a:stretch/>
        </p:blipFill>
        <p:spPr>
          <a:xfrm>
            <a:off x="3663127" y="2821425"/>
            <a:ext cx="5402797" cy="3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7">
            <a:alphaModFix/>
          </a:blip>
          <a:srcRect b="0" l="0" r="0" t="48849"/>
          <a:stretch/>
        </p:blipFill>
        <p:spPr>
          <a:xfrm>
            <a:off x="3663125" y="3235375"/>
            <a:ext cx="5402797" cy="3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2080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Increasing output layer size decreases mean activity per unit, but the learned features remain whole-digit templates regardless of capacity</a:t>
            </a:r>
            <a:endParaRPr sz="180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698" y="951450"/>
            <a:ext cx="1601891" cy="481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925" y="1509649"/>
            <a:ext cx="3367798" cy="481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428" y="2067862"/>
            <a:ext cx="5730444" cy="95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451" y="2972739"/>
            <a:ext cx="5832756" cy="951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7">
            <a:alphaModFix/>
          </a:blip>
          <a:srcRect b="0" l="0" r="48912" t="10241"/>
          <a:stretch/>
        </p:blipFill>
        <p:spPr>
          <a:xfrm>
            <a:off x="5907325" y="951456"/>
            <a:ext cx="3220763" cy="199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7">
            <a:alphaModFix/>
          </a:blip>
          <a:srcRect b="0" l="50949" r="0" t="10241"/>
          <a:stretch/>
        </p:blipFill>
        <p:spPr>
          <a:xfrm>
            <a:off x="6051669" y="3009292"/>
            <a:ext cx="3092331" cy="199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2587" y="4122600"/>
            <a:ext cx="6050478" cy="9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3614900" y="4034550"/>
            <a:ext cx="424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  <a:highlight>
                  <a:srgbClr val="FFFF00"/>
                </a:highlight>
              </a:rPr>
              <a:t>with target p=1/40</a:t>
            </a:r>
            <a:endParaRPr sz="12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260150" y="17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Training on the discovered sparse code does not help classification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25" y="1028976"/>
            <a:ext cx="8138726" cy="2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00" y="3644300"/>
            <a:ext cx="2348601" cy="13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6315000" y="3644300"/>
            <a:ext cx="282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Also tried with units = 80: train=0.613, test=0.613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251175" y="263500"/>
            <a:ext cx="90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Application to Chinese Handwriting Characters From Kaggle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63" y="2353150"/>
            <a:ext cx="7231864" cy="23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88600"/>
            <a:ext cx="3847260" cy="9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3475" y="940950"/>
            <a:ext cx="4217499" cy="10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34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 model learns strokes from randomly cropped patches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323" y="919425"/>
            <a:ext cx="4173551" cy="21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4175" y="3239775"/>
            <a:ext cx="5478349" cy="17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